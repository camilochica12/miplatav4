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277BA5-B1BB-4D1A-B3AA-3232715FAFD9}">
  <a:tblStyle styleId="{3F277BA5-B1BB-4D1A-B3AA-3232715FAF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Inicio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6383bba8090fa74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6383bba8090fa74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Página</a:t>
            </a:r>
            <a:r>
              <a:rPr lang="es"/>
              <a:t> “ Inicio de sesión ”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6383bba8090fa74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6383bba8090fa74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Página “ Registro usuario ”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6383bba8090fa74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6383bba8090fa74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Mis cuentas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6383bba8090fa74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6383bba8090fa74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Consignar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6383bba8090fa74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6383bba8090fa74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Retirar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6383bba8090fa74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6383bba8090fa74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Comprar a cuotas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d0c571d997980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d0c571d997980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Transferir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6383bba8090fa74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6383bba8090fa74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Movimientos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6383bba8090fa74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6383bba8090fa74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Perfil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3839700" cy="684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LOGO </a:t>
            </a:r>
            <a:br>
              <a:rPr lang="es"/>
            </a:br>
            <a:r>
              <a:rPr lang="es"/>
              <a:t>• Mi Plata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0" y="720000"/>
            <a:ext cx="9144000" cy="1433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Hero / Banner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chemeClr val="dk1"/>
                </a:solidFill>
              </a:rPr>
              <a:t>principal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5191575" y="0"/>
            <a:ext cx="3952500" cy="684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			     NAV</a:t>
            </a:r>
            <a:br>
              <a:rPr lang="es"/>
            </a:br>
            <a:r>
              <a:rPr lang="es"/>
              <a:t>                        Iniciar | Registrarse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75700" y="908225"/>
            <a:ext cx="3288300" cy="110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Título + texto + CTA</a:t>
            </a:r>
            <a:br>
              <a:rPr lang="es"/>
            </a:br>
            <a:br>
              <a:rPr lang="es"/>
            </a:br>
            <a:r>
              <a:rPr lang="es"/>
              <a:t>[CTA] [CTA]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5413000" y="908225"/>
            <a:ext cx="3288300" cy="110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   </a:t>
            </a:r>
            <a:r>
              <a:rPr lang="es"/>
              <a:t>BENEFICIO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    1.5%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0" y="2241550"/>
            <a:ext cx="9144000" cy="1962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Sección productos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506975" y="2744775"/>
            <a:ext cx="2480700" cy="11091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CARD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3482750" y="2744772"/>
            <a:ext cx="2480700" cy="11091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</a:t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6288575" y="2744771"/>
            <a:ext cx="2480700" cy="11091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</a:t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1330775" y="3296212"/>
            <a:ext cx="833100" cy="4104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Ahorro </a:t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4223125" y="3296200"/>
            <a:ext cx="968400" cy="4104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Corriente </a:t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7112375" y="3296212"/>
            <a:ext cx="833100" cy="4104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crédito 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0" y="4292300"/>
            <a:ext cx="9144000" cy="697500"/>
          </a:xfrm>
          <a:prstGeom prst="rect">
            <a:avLst/>
          </a:prstGeom>
          <a:solidFill>
            <a:srgbClr val="76A5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139750" y="4428075"/>
            <a:ext cx="2480700" cy="4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Copyrigth</a:t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6605800" y="4445550"/>
            <a:ext cx="2480700" cy="4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Términos</a:t>
            </a:r>
            <a:r>
              <a:rPr lang="es"/>
              <a:t> | Privacidad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0" y="0"/>
            <a:ext cx="3839700" cy="1144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</a:t>
            </a:r>
            <a:br>
              <a:rPr lang="es"/>
            </a:br>
            <a:r>
              <a:rPr lang="es"/>
              <a:t>LOGO: •Mi Plata</a:t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5191575" y="0"/>
            <a:ext cx="3952500" cy="1144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	              NAV / ACCIÓN</a:t>
            </a:r>
            <a:br>
              <a:rPr lang="es"/>
            </a:br>
            <a:r>
              <a:rPr lang="es"/>
              <a:t>                           Registrarse</a:t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0" y="1212900"/>
            <a:ext cx="9144000" cy="3930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3010900" y="1314850"/>
            <a:ext cx="2968200" cy="37386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FORM CARD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Inicia sesión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Texto descriptivo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Usuario</a:t>
            </a:r>
            <a:br>
              <a:rPr lang="es"/>
            </a:br>
            <a:r>
              <a:rPr lang="es"/>
              <a:t>[____________]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Contraseña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chemeClr val="dk1"/>
                </a:solidFill>
              </a:rPr>
              <a:t>[____________]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[ Ingresar ]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¿No tienes cuenta?   Regístrate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3839700" cy="456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HEADER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 </a:t>
            </a:r>
            <a:br>
              <a:rPr lang="es" sz="1000"/>
            </a:br>
            <a:r>
              <a:rPr lang="es" sz="1000"/>
              <a:t>LOGO: •Mi Plata</a:t>
            </a:r>
            <a:endParaRPr sz="1000"/>
          </a:p>
        </p:txBody>
      </p:sp>
      <p:sp>
        <p:nvSpPr>
          <p:cNvPr id="82" name="Google Shape;82;p15"/>
          <p:cNvSpPr/>
          <p:nvPr/>
        </p:nvSpPr>
        <p:spPr>
          <a:xfrm>
            <a:off x="5191500" y="0"/>
            <a:ext cx="3952500" cy="456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 	              NAV / ACCIÓN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900"/>
            </a:br>
            <a:r>
              <a:rPr lang="es" sz="1000"/>
              <a:t>                          Iniciar sesión</a:t>
            </a:r>
            <a:endParaRPr sz="1000"/>
          </a:p>
        </p:txBody>
      </p:sp>
      <p:sp>
        <p:nvSpPr>
          <p:cNvPr id="83" name="Google Shape;83;p15"/>
          <p:cNvSpPr/>
          <p:nvPr/>
        </p:nvSpPr>
        <p:spPr>
          <a:xfrm>
            <a:off x="0" y="513350"/>
            <a:ext cx="9144000" cy="4629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010900" y="581325"/>
            <a:ext cx="2968200" cy="44721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FORM CARD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Crea tu cuenta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Texto descriptivo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Número</a:t>
            </a:r>
            <a:r>
              <a:rPr lang="es" sz="1100"/>
              <a:t> identificación</a:t>
            </a:r>
            <a:br>
              <a:rPr lang="es" sz="1100"/>
            </a:br>
            <a:r>
              <a:rPr lang="es" sz="1100"/>
              <a:t>[____________]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Nombre completo</a:t>
            </a:r>
            <a:br>
              <a:rPr lang="es" sz="1100">
                <a:solidFill>
                  <a:schemeClr val="dk1"/>
                </a:solidFill>
              </a:rPr>
            </a:br>
            <a:r>
              <a:rPr lang="es" sz="1100">
                <a:solidFill>
                  <a:schemeClr val="dk1"/>
                </a:solidFill>
              </a:rPr>
              <a:t>[____________]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Número de celular</a:t>
            </a:r>
            <a:br>
              <a:rPr lang="es" sz="1100">
                <a:solidFill>
                  <a:schemeClr val="dk1"/>
                </a:solidFill>
              </a:rPr>
            </a:br>
            <a:r>
              <a:rPr lang="es" sz="1100">
                <a:solidFill>
                  <a:schemeClr val="dk1"/>
                </a:solidFill>
              </a:rPr>
              <a:t>[____________]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Nombre usuario</a:t>
            </a:r>
            <a:br>
              <a:rPr lang="es" sz="1100">
                <a:solidFill>
                  <a:schemeClr val="dk1"/>
                </a:solidFill>
              </a:rPr>
            </a:br>
            <a:r>
              <a:rPr lang="es" sz="1100">
                <a:solidFill>
                  <a:schemeClr val="dk1"/>
                </a:solidFill>
              </a:rPr>
              <a:t>[____________]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Contraseña</a:t>
            </a:r>
            <a:br>
              <a:rPr lang="es" sz="1100">
                <a:solidFill>
                  <a:schemeClr val="dk1"/>
                </a:solidFill>
              </a:rPr>
            </a:br>
            <a:r>
              <a:rPr lang="es" sz="1100">
                <a:solidFill>
                  <a:schemeClr val="dk1"/>
                </a:solidFill>
              </a:rPr>
              <a:t>[____________]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Repetir contraseña</a:t>
            </a:r>
            <a:br>
              <a:rPr lang="es" sz="1100">
                <a:solidFill>
                  <a:schemeClr val="dk1"/>
                </a:solidFill>
              </a:rPr>
            </a:br>
            <a:r>
              <a:rPr lang="es" sz="1100">
                <a:solidFill>
                  <a:schemeClr val="dk1"/>
                </a:solidFill>
              </a:rPr>
              <a:t>[____________]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[ Registrar 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¿Ya tienes cuenta? Inicia sesión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-11375" y="0"/>
            <a:ext cx="29316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SIDEBAR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NAV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LOGOUT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76600" y="1776225"/>
            <a:ext cx="2767500" cy="197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Mis cuentas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Consignar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Retirar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Comprar cuotas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Transferir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Movimientos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Perfil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519925" y="111650"/>
            <a:ext cx="1869000" cy="51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LOGO 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chemeClr val="dk1"/>
                </a:solidFill>
              </a:rPr>
              <a:t>• Mi Plata</a:t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2976900" y="0"/>
            <a:ext cx="6167100" cy="5143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MAIN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PAGE TITLE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DESCRIPCIÓN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SECTION: CUENTAS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SECTION: CUENTAS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098425" y="2679250"/>
            <a:ext cx="1805100" cy="8070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CARD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</p:txBody>
      </p:sp>
      <p:sp>
        <p:nvSpPr>
          <p:cNvPr id="94" name="Google Shape;94;p16"/>
          <p:cNvSpPr/>
          <p:nvPr/>
        </p:nvSpPr>
        <p:spPr>
          <a:xfrm>
            <a:off x="5157892" y="2679250"/>
            <a:ext cx="1805100" cy="8070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CARD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 </a:t>
            </a:r>
            <a:endParaRPr sz="1019"/>
          </a:p>
        </p:txBody>
      </p:sp>
      <p:sp>
        <p:nvSpPr>
          <p:cNvPr id="95" name="Google Shape;95;p16"/>
          <p:cNvSpPr/>
          <p:nvPr/>
        </p:nvSpPr>
        <p:spPr>
          <a:xfrm>
            <a:off x="7217385" y="2679253"/>
            <a:ext cx="1805100" cy="8070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CARD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 </a:t>
            </a:r>
            <a:endParaRPr sz="1019"/>
          </a:p>
        </p:txBody>
      </p:sp>
      <p:sp>
        <p:nvSpPr>
          <p:cNvPr id="96" name="Google Shape;96;p16"/>
          <p:cNvSpPr/>
          <p:nvPr/>
        </p:nvSpPr>
        <p:spPr>
          <a:xfrm>
            <a:off x="3697796" y="3081546"/>
            <a:ext cx="606000" cy="2985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Ahorro </a:t>
            </a:r>
            <a:endParaRPr sz="1019"/>
          </a:p>
        </p:txBody>
      </p:sp>
      <p:sp>
        <p:nvSpPr>
          <p:cNvPr id="97" name="Google Shape;97;p16"/>
          <p:cNvSpPr/>
          <p:nvPr/>
        </p:nvSpPr>
        <p:spPr>
          <a:xfrm>
            <a:off x="5708043" y="3080448"/>
            <a:ext cx="704400" cy="2985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Corriente </a:t>
            </a:r>
            <a:endParaRPr sz="1019"/>
          </a:p>
        </p:txBody>
      </p:sp>
      <p:sp>
        <p:nvSpPr>
          <p:cNvPr id="98" name="Google Shape;98;p16"/>
          <p:cNvSpPr/>
          <p:nvPr/>
        </p:nvSpPr>
        <p:spPr>
          <a:xfrm>
            <a:off x="7816756" y="3080460"/>
            <a:ext cx="606000" cy="2985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crédito </a:t>
            </a:r>
            <a:endParaRPr sz="1019"/>
          </a:p>
        </p:txBody>
      </p:sp>
      <p:sp>
        <p:nvSpPr>
          <p:cNvPr id="99" name="Google Shape;99;p16"/>
          <p:cNvSpPr/>
          <p:nvPr/>
        </p:nvSpPr>
        <p:spPr>
          <a:xfrm>
            <a:off x="636325" y="4575075"/>
            <a:ext cx="1636200" cy="4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Cerrar sesión</a:t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3155050" y="418550"/>
            <a:ext cx="2480700" cy="4104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Alerta</a:t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3282625" y="4338475"/>
            <a:ext cx="1436700" cy="4104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[ CTA]</a:t>
            </a:r>
            <a:endParaRPr sz="1019"/>
          </a:p>
        </p:txBody>
      </p:sp>
      <p:sp>
        <p:nvSpPr>
          <p:cNvPr id="102" name="Google Shape;102;p16"/>
          <p:cNvSpPr/>
          <p:nvPr/>
        </p:nvSpPr>
        <p:spPr>
          <a:xfrm>
            <a:off x="5342100" y="4338475"/>
            <a:ext cx="1436700" cy="4104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[ CTA]</a:t>
            </a:r>
            <a:endParaRPr sz="1019"/>
          </a:p>
        </p:txBody>
      </p:sp>
      <p:sp>
        <p:nvSpPr>
          <p:cNvPr id="103" name="Google Shape;103;p16"/>
          <p:cNvSpPr/>
          <p:nvPr/>
        </p:nvSpPr>
        <p:spPr>
          <a:xfrm>
            <a:off x="7401575" y="4338475"/>
            <a:ext cx="1436700" cy="4104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[ CTA]</a:t>
            </a:r>
            <a:endParaRPr sz="1019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-11375" y="0"/>
            <a:ext cx="29316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SIDEBAR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NAV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LOGOUT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76600" y="1776225"/>
            <a:ext cx="2767500" cy="197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Mis cuentas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Consignar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Retirar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Comprar cuotas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Transferir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Movimientos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Perfil</a:t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519925" y="111650"/>
            <a:ext cx="1869000" cy="51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LOGO 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chemeClr val="dk1"/>
                </a:solidFill>
              </a:rPr>
              <a:t>• Mi Plata</a:t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2976900" y="0"/>
            <a:ext cx="6167100" cy="5143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MAIN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</a:t>
            </a:r>
            <a:r>
              <a:rPr lang="es">
                <a:solidFill>
                  <a:schemeClr val="dk1"/>
                </a:solidFill>
              </a:rPr>
              <a:t>PAGE TITLE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</a:t>
            </a:r>
            <a:r>
              <a:rPr lang="es">
                <a:solidFill>
                  <a:schemeClr val="dk1"/>
                </a:solidFill>
              </a:rPr>
              <a:t>DESCRIPCIÓN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3214650" y="1940325"/>
            <a:ext cx="3319800" cy="29658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FORM </a:t>
            </a:r>
            <a:r>
              <a:rPr lang="es" sz="1019"/>
              <a:t>CARD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Cuenta origen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[ Tipo — XX -XXXX ▼ ]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19">
                <a:solidFill>
                  <a:schemeClr val="dk1"/>
                </a:solidFill>
              </a:rPr>
              <a:t>Monto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19">
                <a:solidFill>
                  <a:schemeClr val="dk1"/>
                </a:solidFill>
              </a:rPr>
              <a:t>[ ___________________ ] 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19">
                <a:solidFill>
                  <a:schemeClr val="dk1"/>
                </a:solidFill>
              </a:rPr>
              <a:t>Consignar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[ ___________________ ]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</p:txBody>
      </p:sp>
      <p:sp>
        <p:nvSpPr>
          <p:cNvPr id="113" name="Google Shape;113;p17"/>
          <p:cNvSpPr/>
          <p:nvPr/>
        </p:nvSpPr>
        <p:spPr>
          <a:xfrm>
            <a:off x="636325" y="4575075"/>
            <a:ext cx="1636200" cy="4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Cerrar sesión</a:t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4903525" y="631550"/>
            <a:ext cx="2480700" cy="4104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Alerta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-11375" y="0"/>
            <a:ext cx="29316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SIDEBAR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NAV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LOGOUT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76600" y="1776225"/>
            <a:ext cx="2767500" cy="197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Mis cuentas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Consignar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Retirar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Comprar cuotas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Transferir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Movimientos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Perfil</a:t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519925" y="111650"/>
            <a:ext cx="1869000" cy="51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LOGO 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chemeClr val="dk1"/>
                </a:solidFill>
              </a:rPr>
              <a:t>• Mi Plata</a:t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2976900" y="0"/>
            <a:ext cx="6167100" cy="5143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MAIN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PAGE TITLE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DESCRIPCIÓN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3214650" y="1940325"/>
            <a:ext cx="3319800" cy="29658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FORM CARD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Cuenta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[ Tipo — XX -XXXX ▼ ]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Monto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[ ___________________ ] 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Retirar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[ ___________________ ]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</p:txBody>
      </p:sp>
      <p:sp>
        <p:nvSpPr>
          <p:cNvPr id="124" name="Google Shape;124;p18"/>
          <p:cNvSpPr/>
          <p:nvPr/>
        </p:nvSpPr>
        <p:spPr>
          <a:xfrm>
            <a:off x="636325" y="4575075"/>
            <a:ext cx="1636200" cy="4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Cerrar sesión</a:t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4903525" y="631550"/>
            <a:ext cx="2480700" cy="4104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Alerta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-11375" y="0"/>
            <a:ext cx="29316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SIDEBAR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NAV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LOGOUT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76600" y="1776225"/>
            <a:ext cx="2767500" cy="197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Mis cuentas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Consignar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Retirar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Comprar cuotas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Transferir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Movimientos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Perfil</a:t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519925" y="111650"/>
            <a:ext cx="1869000" cy="51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LOGO 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chemeClr val="dk1"/>
                </a:solidFill>
              </a:rPr>
              <a:t>• Mi Plata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2976900" y="0"/>
            <a:ext cx="6167100" cy="5143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MAIN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PAGE TITLE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DESCRIPCIÓN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3214650" y="1940325"/>
            <a:ext cx="3319800" cy="29658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FORM CARD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Tarjeta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[ Tipo — XX -XXXX ▼ ]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Monto de la compra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[ ___________________ ] 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Número</a:t>
            </a:r>
            <a:r>
              <a:rPr lang="es" sz="1019">
                <a:solidFill>
                  <a:schemeClr val="dk1"/>
                </a:solidFill>
              </a:rPr>
              <a:t> de cuotas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[ ___________________ ]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</p:txBody>
      </p:sp>
      <p:sp>
        <p:nvSpPr>
          <p:cNvPr id="135" name="Google Shape;135;p19"/>
          <p:cNvSpPr/>
          <p:nvPr/>
        </p:nvSpPr>
        <p:spPr>
          <a:xfrm>
            <a:off x="636325" y="4575075"/>
            <a:ext cx="1636200" cy="4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Cerrar sesión</a:t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4903525" y="631550"/>
            <a:ext cx="2480700" cy="4104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Alerta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-11375" y="0"/>
            <a:ext cx="29316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SIDEBAR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NAV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LOGOUT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76600" y="1776225"/>
            <a:ext cx="2767500" cy="197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Mis cuentas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Consignar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Retirar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Comprar cuotas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Transferir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Movimientos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Perfil</a:t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519925" y="111650"/>
            <a:ext cx="1869000" cy="51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LOGO 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chemeClr val="dk1"/>
                </a:solidFill>
              </a:rPr>
              <a:t>• Mi Plata</a:t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2976900" y="0"/>
            <a:ext cx="6167100" cy="5143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MAIN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PAGE TITLE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DESCRIPCIÓN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3214650" y="1940325"/>
            <a:ext cx="3319800" cy="29658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FORM CARD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Cuenta origen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[ Tipo — XX -XXXX ▼ ]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19">
                <a:solidFill>
                  <a:schemeClr val="dk1"/>
                </a:solidFill>
              </a:rPr>
              <a:t>Número de cuenta destino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19">
                <a:solidFill>
                  <a:schemeClr val="dk1"/>
                </a:solidFill>
              </a:rPr>
              <a:t>[ Ej: </a:t>
            </a:r>
            <a:r>
              <a:rPr lang="es" sz="1019">
                <a:solidFill>
                  <a:schemeClr val="dk1"/>
                </a:solidFill>
              </a:rPr>
              <a:t>XX -XXXX </a:t>
            </a:r>
            <a:r>
              <a:rPr lang="es" sz="1019">
                <a:solidFill>
                  <a:schemeClr val="dk1"/>
                </a:solidFill>
              </a:rPr>
              <a:t>] 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19">
                <a:solidFill>
                  <a:schemeClr val="dk1"/>
                </a:solidFill>
              </a:rPr>
              <a:t>Monto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[ ___________________ ]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</p:txBody>
      </p:sp>
      <p:sp>
        <p:nvSpPr>
          <p:cNvPr id="146" name="Google Shape;146;p20"/>
          <p:cNvSpPr/>
          <p:nvPr/>
        </p:nvSpPr>
        <p:spPr>
          <a:xfrm>
            <a:off x="636325" y="4575075"/>
            <a:ext cx="1636200" cy="4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Cerrar sesión</a:t>
            </a: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4903525" y="631550"/>
            <a:ext cx="2480700" cy="4104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Alerta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/>
          <p:nvPr/>
        </p:nvSpPr>
        <p:spPr>
          <a:xfrm>
            <a:off x="-11375" y="0"/>
            <a:ext cx="29316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SIDEBAR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NAV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LOGOUT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76600" y="1776225"/>
            <a:ext cx="2767500" cy="197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Mis cuentas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Consignar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Retirar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Comprar cuotas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Transferir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Movimientos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Perfil</a:t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519925" y="111650"/>
            <a:ext cx="1869000" cy="51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LOGO 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chemeClr val="dk1"/>
                </a:solidFill>
              </a:rPr>
              <a:t>• Mi Plata</a:t>
            </a:r>
            <a:endParaRPr/>
          </a:p>
        </p:txBody>
      </p:sp>
      <p:sp>
        <p:nvSpPr>
          <p:cNvPr id="155" name="Google Shape;155;p21"/>
          <p:cNvSpPr/>
          <p:nvPr/>
        </p:nvSpPr>
        <p:spPr>
          <a:xfrm>
            <a:off x="2976900" y="0"/>
            <a:ext cx="6167100" cy="5143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MAIN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PAGE TITLE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DESCRIPCIÓN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>
            <a:off x="5186425" y="1906325"/>
            <a:ext cx="1914900" cy="11532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FILTER / SELECT</a:t>
            </a:r>
            <a:r>
              <a:rPr lang="es" sz="1019"/>
              <a:t> 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Cuenta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[ Cuenta — XX -XXXX ▼ ] 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</p:txBody>
      </p:sp>
      <p:sp>
        <p:nvSpPr>
          <p:cNvPr id="157" name="Google Shape;157;p21"/>
          <p:cNvSpPr/>
          <p:nvPr/>
        </p:nvSpPr>
        <p:spPr>
          <a:xfrm>
            <a:off x="636325" y="4575075"/>
            <a:ext cx="1636200" cy="4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Cerrar sesión</a:t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4903525" y="631550"/>
            <a:ext cx="2480700" cy="4104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Alerta</a:t>
            </a:r>
            <a:endParaRPr/>
          </a:p>
        </p:txBody>
      </p:sp>
      <p:sp>
        <p:nvSpPr>
          <p:cNvPr id="159" name="Google Shape;159;p21"/>
          <p:cNvSpPr/>
          <p:nvPr/>
        </p:nvSpPr>
        <p:spPr>
          <a:xfrm>
            <a:off x="3883250" y="3172275"/>
            <a:ext cx="4373100" cy="18132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TABLE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</p:txBody>
      </p:sp>
      <p:graphicFrame>
        <p:nvGraphicFramePr>
          <p:cNvPr id="160" name="Google Shape;160;p21"/>
          <p:cNvGraphicFramePr/>
          <p:nvPr/>
        </p:nvGraphicFramePr>
        <p:xfrm>
          <a:off x="3965425" y="364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{3F277BA5-B1BB-4D1A-B3AA-3232715FAFD9}</a:tableStyleId>
              </a:tblPr>
              <a:tblGrid>
                <a:gridCol w="1406625"/>
                <a:gridCol w="1010100"/>
                <a:gridCol w="1803150"/>
              </a:tblGrid>
              <a:tr h="43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Tipo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Valor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Fecha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Retiro / Consignar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$........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DD / MM / AAAA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/>
          <p:nvPr/>
        </p:nvSpPr>
        <p:spPr>
          <a:xfrm>
            <a:off x="-11375" y="0"/>
            <a:ext cx="29316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SIDEBAR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NAV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LOGOUT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2"/>
          <p:cNvSpPr/>
          <p:nvPr/>
        </p:nvSpPr>
        <p:spPr>
          <a:xfrm>
            <a:off x="76600" y="1776225"/>
            <a:ext cx="2767500" cy="197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Mis cuentas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Consignar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Retirar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Comprar cuotas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Transferir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Movimientos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Perfil</a:t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519925" y="111650"/>
            <a:ext cx="1869000" cy="51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LOGO 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chemeClr val="dk1"/>
                </a:solidFill>
              </a:rPr>
              <a:t>• Mi Plata</a:t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2976900" y="0"/>
            <a:ext cx="6167100" cy="5143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</a:rPr>
              <a:t>MAIN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</a:rPr>
              <a:t>   PAGE TITLE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</a:rPr>
              <a:t>   DESCRIPCIÓN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                               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3188250" y="999975"/>
            <a:ext cx="2767500" cy="16404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FORM CARD</a:t>
            </a:r>
            <a:endParaRPr sz="10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 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Nombre completo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[ ___________________ ] 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Celular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[ ___________________ ] </a:t>
            </a:r>
            <a:endParaRPr sz="1019"/>
          </a:p>
        </p:txBody>
      </p:sp>
      <p:sp>
        <p:nvSpPr>
          <p:cNvPr id="170" name="Google Shape;170;p22"/>
          <p:cNvSpPr/>
          <p:nvPr/>
        </p:nvSpPr>
        <p:spPr>
          <a:xfrm>
            <a:off x="636325" y="4575075"/>
            <a:ext cx="1636200" cy="4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Cerrar sesión</a:t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3188250" y="2696450"/>
            <a:ext cx="2767500" cy="2345700"/>
          </a:xfrm>
          <a:prstGeom prst="rect">
            <a:avLst/>
          </a:prstGeom>
          <a:solidFill>
            <a:schemeClr val="lt2"/>
          </a:solidFill>
          <a:ln cap="flat" cmpd="sng" w="27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/>
              <a:t>FORM CARD 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Contraseña actual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[ ___________________ ] </a:t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Nueva contraseña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9">
                <a:solidFill>
                  <a:schemeClr val="dk1"/>
                </a:solidFill>
              </a:rPr>
              <a:t>[ ___________________ ] 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19">
                <a:solidFill>
                  <a:schemeClr val="dk1"/>
                </a:solidFill>
              </a:rPr>
              <a:t>Confirmar nueva contraseña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19">
                <a:solidFill>
                  <a:schemeClr val="dk1"/>
                </a:solidFill>
              </a:rPr>
              <a:t>[ ___________________ ] </a:t>
            </a:r>
            <a:endParaRPr sz="101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